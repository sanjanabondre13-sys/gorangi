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71999-C5C7-05D9-A818-825823536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C6FC5-872C-A3B2-FD92-69A747FBC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ADA84-D13D-A5F6-65BF-FC375F89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DAA69-915A-4F05-6403-2AC1E1C1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5F9AA-0A30-3AF6-46E2-565AE496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9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6FC1D-6A84-8BB0-4FB8-B8264661D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0B78A-D93C-E755-C64F-AB538F3B0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8933E-4241-3AAB-47F0-CAC88653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A93D4-4736-5E30-2283-A5BB6174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C8B2-2024-5529-EDF0-08A55184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47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5C42D-DF8C-7C91-FD2B-EFC645D9E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044E7-9340-E3B3-A358-17C67F20E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CD9C5-C183-3AB6-D584-87BD6F16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0C650-7401-D7CB-076C-8F7B74F6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8909A-5BC9-5935-5A7E-AA524E0C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16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2FFC-1C56-7BCD-A088-C3EC33E2E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4DBFE-7C4C-67F4-62A9-AA850EB98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7A929-AE18-D2E0-02D4-1AA665471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3E6B9-FE36-E6CF-7CBC-F6C57E9F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7F55C-B44A-B9DB-84D6-B5DC24BC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3A044-CE10-5ACD-7B97-143F345E4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07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36DB-CCC0-9C79-4A29-5D2A814F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0E1BA-83CD-C17E-75F3-DCFEE46BD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FE8CA-1CB3-584E-9A9F-F6AD43789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D4ECA-0A47-208F-82A5-2CF778428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BB8811-C0E4-9FC5-937A-09C385BF8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8A611-F3E9-EE71-C069-D43ABD83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BA67D-908F-808A-A3C0-7B1A16DD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50344-474D-FEE2-7569-2AC949094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97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2777-3282-3937-70E6-B1947904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2AAFE-4B85-0544-E1E1-3A78D5338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D4D21-CBF2-25E1-7650-A1EBCD743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6DE97-C0AA-731C-490F-E1A3A7481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27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918ED-1719-55F4-1342-FFA1FD2F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E1B04-9FF4-DF11-4AA4-F14F9D28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C8D50-D109-A749-5E09-9C023F00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38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F8404-8F0D-4131-5C05-B497808A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8FB40-8F24-0656-CF9E-2B8BBEFF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93A81-65F7-DEE7-D98A-1FBDEC3EF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A879D-32B5-5727-1336-956B1944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398F4-FBFB-0C95-AD47-8A64C6C85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C0F18-DB11-7DD0-EE4D-19AC6B74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360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F05E4-8688-7789-D590-F86047BD7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D6C22-C5EB-2230-2E47-1947ABA59E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B42E1-5FD0-9019-9979-FEF3A0D8E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43A62-3F10-8920-CD93-7A4C76CA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E08C1-7C23-9B0A-1BA7-79921468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FE885-0348-794A-D164-9D096D47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408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6D48-8F1D-06CC-BC16-AE8A7632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05D4F-B921-D618-A8E5-10C609BE9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93A55-5EB9-BC29-337D-DD0E5535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560A7-C17C-6BA3-3194-E4129B12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04098-53E0-6211-824E-58B0B394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604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8C167-C331-D935-875C-6B10C8E0F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D6168-A1D1-DA34-ABE9-164B87322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E3668-60D7-3E24-101F-4781CA97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8E219-5C38-8882-3EF6-98871301B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9FA98-7E21-FF27-F2AB-4E85B79F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17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930849-1D0C-85F9-66C1-0F95A147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BF7BB-20AB-2F88-0CFF-CB431153F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E7495-5FD4-9169-43CE-FCE10A534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90EE2-EAEA-4045-9550-06F40B883C1C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08D83-B555-BF90-AAF6-5FF75B97A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B7A9D-52F7-381C-40B5-B09411360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56EB-00B3-4B2A-A32B-6AD741E736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18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nt.sc/j9dEsCXYHyd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24F8-B2A7-FCF1-8217-B13B916EB3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48A77-45F6-9E6E-E733-4CC3F8F4A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078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C91BE-AFC3-13FD-8FF4-C56D7680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0EA37-5F0A-C483-58CC-08EC6571D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power shell - </a:t>
            </a:r>
            <a:r>
              <a:rPr lang="en-US" dirty="0">
                <a:hlinkClick r:id="rId2"/>
              </a:rPr>
              <a:t>https://prnt.sc/j9dEsCXYHydz</a:t>
            </a:r>
            <a:endParaRPr lang="en-US" dirty="0"/>
          </a:p>
          <a:p>
            <a:r>
              <a:rPr lang="en-US"/>
              <a:t>Commands - https://prnt.sc/2HPON4SBUnBe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32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Bondre</dc:creator>
  <cp:lastModifiedBy>Sanjana Bondre</cp:lastModifiedBy>
  <cp:revision>1</cp:revision>
  <dcterms:created xsi:type="dcterms:W3CDTF">2026-01-23T14:15:19Z</dcterms:created>
  <dcterms:modified xsi:type="dcterms:W3CDTF">2026-01-23T14:36:37Z</dcterms:modified>
</cp:coreProperties>
</file>